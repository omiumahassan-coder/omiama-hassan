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bmp" ContentType="image/bmp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5.7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7559675" cy="106934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tags" Target="tags/tag1.xml" /><Relationship Id="rId6" Type="http://schemas.openxmlformats.org/officeDocument/2006/relationships/presProps" Target="presProps.xml" /><Relationship Id="rId7" Type="http://schemas.openxmlformats.org/officeDocument/2006/relationships/viewProps" Target="viewProps.xml" /><Relationship Id="rId8" Type="http://schemas.openxmlformats.org/officeDocument/2006/relationships/theme" Target="theme/theme1.xml" /><Relationship Id="rId9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0480D4B-A08F-4C29-87E2-BB6E17A5C56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B28B688-C003-4986-91F5-FB1FFF7B72E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6B3C037-A7B7-4FB8-ADC7-92697FBA741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F17C9C37-5E4C-466A-ADA2-05FD15541D5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243470AE-05BB-425F-9D9C-C930A73CCF9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5FD0B14-2662-4DC8-B2EA-E60A3C8BF8E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3D0FFE37-2870-43F5-8A74-EC1DCE91257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5FFFDE2-2061-49B6-8602-488633CFD1E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A1DA1B7-6F38-4AEB-9F69-9461BF9E4A6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3246563-23BC-4517-9F85-0DF519E9112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4A3CEB-8E95-49C3-A03C-3B8DA3B2DC8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bmp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bmp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bmp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pic>
        <p:nvPicPr>
          <p:cNvPr id="2" name="New picture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675" cy="106934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New picture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675" cy="106934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New picture" title="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9675" cy="10693400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Unix 6.1.134.152"/>
  <p:tag name="AS_RELEASE_DATE" val="2025.07.31"/>
  <p:tag name="AS_TITLE" val="Aspose.Slides for Java"/>
  <p:tag name="AS_VERSION" val="25.7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3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6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25.0700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2026-10-21T20:02:25.813</cp:lastPrinted>
  <dcterms:created xsi:type="dcterms:W3CDTF">2026-10-21T20:02:25Z</dcterms:created>
  <dcterms:modified xsi:type="dcterms:W3CDTF">2026-10-21T20:02:26Z</dcterms:modified>
</cp:coreProperties>
</file>